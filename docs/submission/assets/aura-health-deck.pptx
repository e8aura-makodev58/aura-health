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 · The challenge — 0:00–0:25</a:t>
            </a:r>
          </a:p>
          <a:p/>
          <a:p>
            <a:r>
              <a:t>[Slide: cover · "AURA Health — a calm companion between doctor visits" · Healthcare track badge.]</a:t>
            </a:r>
          </a:p>
          <a:p/>
          <a:p>
            <a:r>
              <a:t>"We chose the Healthcare track's Challenge Statement 2, AI Healthier Every Day, Scenario 1: mental health maintenance for working adults on antidepressants. This is AURA Health."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1.)</a:t>
            </a:r>
          </a:p>
          <a:p/>
          <a:p>
            <a:r>
              <a:t>Scene 1 · The challenge — 0:00–0:25</a:t>
            </a:r>
          </a:p>
          <a:p/>
          <a:p>
            <a:r>
              <a:t>[Slide: cover · "AURA Health — a calm companion between doctor visits" · Healthcare track badge.]</a:t>
            </a:r>
          </a:p>
          <a:p/>
          <a:p>
            <a:r>
              <a:t>"We chose the Healthcare track's Challenge Statement 2, AI Healthier Every Day, Scenario 1: mental health maintenance for working adults on antidepressants. This is AURA Health."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 · The problem — 0:25–0:55</a:t>
            </a:r>
          </a:p>
          <a:p/>
          <a:p>
            <a:r>
              <a:t>[Slide: three short lines.]</a:t>
            </a:r>
          </a:p>
          <a:p/>
          <a:p>
            <a:r>
              <a:t>"Staying well on an antidepressant happens mostly between appointments. A dose gets missed, sleep drifts later, a flu knocks you out for a few days. Most apps ask you to log your mood every evening, which is hard when you're tired or low. And when the appointment comes, it's all pieced together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 · A calm start — 0:55–1:35</a:t>
            </a:r>
          </a:p>
          <a:p/>
          <a:p>
            <a:r>
              <a:t>[Screen: landing → See the patient's day → "Take a breath" → Continue → summary.]</a:t>
            </a:r>
          </a:p>
          <a:p/>
          <a:p>
            <a:r>
              <a:t>"AURA starts with a breath, not a dashboard. Then one short summary, written by AI from facts the system has checked: sleep time later than usual since late February, and how the person has been checking in. It quietly reads everyday wearable data and compares it with this person's usual, not a population average."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3.)</a:t>
            </a:r>
          </a:p>
          <a:p/>
          <a:p>
            <a:r>
              <a:t>Scene 3 · A calm start — 0:55–1:35</a:t>
            </a:r>
          </a:p>
          <a:p/>
          <a:p>
            <a:r>
              <a:t>[Screen: landing → See the patient's day → "Take a breath" → Continue → summary.]</a:t>
            </a:r>
          </a:p>
          <a:p/>
          <a:p>
            <a:r>
              <a:t>"AURA starts with a breath, not a dashboard. Then one short summary, written by AI from facts the system has checked: sleep time later than usual since late February, and how the person has been checking in. It quietly reads everyday wearable data and compares it with this person's usual, not a population average."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 · My medication, my day — 1:35–2:35</a:t>
            </a:r>
          </a:p>
          <a:p/>
          <a:p>
            <a:r>
              <a:t>[Screen: Today's dose → tap Skipped → "What got in the way?" → Side effects.]</a:t>
            </a:r>
          </a:p>
          <a:p/>
          <a:p>
            <a:r>
              <a:t>"Every morning there's one tap: taken, not yet, or skipped. If it's skipped, AURA asks what got in the way, because that's what's worth bringing to a doctor. My medication explains the person's own prescription in plain words: what it's for, how it's usually taken, what patient leaflets say about a missed dose. These answers come from approved information, not made up by AI, and they always point back to the pharmacist."</a:t>
            </a:r>
          </a:p>
          <a:p/>
          <a:p>
            <a:r>
              <a:t>[Then type in Ask a question: "Can I take ibuprofen with it?"]</a:t>
            </a:r>
          </a:p>
          <a:p/>
          <a:p>
            <a:r>
              <a:t>"And when AURA can't answer, it says so: I'm not able to identify that medication, please check with your pharmacist. Exactly what the challenge asks 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 · Something changes — 2:35–3:15</a:t>
            </a:r>
          </a:p>
          <a:p/>
          <a:p>
            <a:r>
              <a:t>[Screen: Demo guide → Simulate: flu 3 days → back to the patient home.]</a:t>
            </a:r>
          </a:p>
          <a:p/>
          <a:p>
            <a:r>
              <a:t>"Now a flu, simulated over three days. AURA notices resting heart rate is higher than in the person's recent records, and says exactly that: a recent change, not a change from their usual. And when a change shows up, it offers a small idea for today: a short walk, a message to someone you trust, or planning a session. Optional, never about medication."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6 · Ready for the appointment — 3:15–3:45</a:t>
            </a:r>
          </a:p>
          <a:p/>
          <a:p>
            <a:r>
              <a:t>[Screen: Prepare for my appointment → missed doses → Not sent.]</a:t>
            </a:r>
          </a:p>
          <a:p/>
          <a:p>
            <a:r>
              <a:t>"Before the visit, everything is in one place: what changed, when, and the missed dose with its reason, ready to discuss with the doctor or pharmacist. Nothing is sent automatically. It stays Not sent until the patient decides."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7 · What the clinician sees — the agent at work — 3:45–4:50</a:t>
            </a:r>
          </a:p>
          <a:p/>
          <a:p>
            <a:r>
              <a:t>[Screen: Clinician → assessment cards → Ask about this record:]</a:t>
            </a:r>
          </a:p>
          <a:p/>
          <a:p>
            <a:r>
              <a:t>"If the patient shares, their clinician sees what changed and when, with exact values and sources. And the clinician can ask. Here AURA works as an agent: it decides which signals, tools and dates to look at, reads the record, and drafts an answer where every statement cites its source. A second, independent check then reviews each statement and removes anything unsupported. How AURA looked shows exactly what it did. It can only read; it never changes the record or the treatment."</a:t>
            </a:r>
          </a:p>
          <a:p/>
          <a:p>
            <a:r>
              <a:t>[If it falls back:]</a:t>
            </a:r>
          </a:p>
          <a:p/>
          <a:p>
            <a:r>
              <a:t>"This time the draft didn't pass the checks, so AURA shows the related facts and says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8 · Safety first — 4:50–5:15</a:t>
            </a:r>
          </a:p>
          <a:p/>
          <a:p>
            <a:r>
              <a:t>[Screen: patient → I want to mention something → Safety handoff fixture → safety panel.]</a:t>
            </a:r>
          </a:p>
          <a:p/>
          <a:p>
            <a:r>
              <a:t>"Anything a patient types is safety-checked first. If there's a concern, fixed safety resources take over the screen and the AI steps back. Those messages are never AI-written. The same applies to medication questions: asking to double a dose goes to safety, not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9 · How it's built — 5:15–6:00</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9.)</a:t>
            </a:r>
          </a:p>
          <a:p/>
          <a:p>
            <a:r>
              <a:t>Scene 9 · How it's built — 5:15–6:00</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9.)</a:t>
            </a:r>
          </a:p>
          <a:p/>
          <a:p>
            <a:r>
              <a:t>Scene 9 · How it's built — 5:15–6:00</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9.)</a:t>
            </a:r>
          </a:p>
          <a:p/>
          <a:p>
            <a:r>
              <a:t>Scene 9 · How it's built — 5:15–6:00</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10 · Fit with the challenge — 6:00–6:25</a:t>
            </a:r>
          </a:p>
          <a:p/>
          <a:p>
            <a:r>
              <a:t>[Slide: six features: built / partial / next (from `../submission/CHALLENGE_MAPPING.md`).]</a:t>
            </a:r>
          </a:p>
          <a:p/>
          <a:p>
            <a:r>
              <a:t>"Against the challenge: medication understanding, adherence with barriers, health tracking, follow-up dates for refills and medication reviews, and appointment preparation are in the demo. Push reminders, screenings and pharmacist-reviewed content come next. One choice is deliberate: AURA describes changes; it doesn't predict relapse or give medication advice."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11 · How we built it — 6:25–6:45</a:t>
            </a:r>
          </a:p>
          <a:p/>
          <a:p>
            <a:r>
              <a:t>[Slide: genuine CodeBuddy and Miora session screenshots.]</a:t>
            </a:r>
          </a:p>
          <a:p/>
          <a:p>
            <a:r>
              <a:t>"We built the safety and longitudinal core first, then the agent, then the experience. CodeBuddy built the companion screens from a written contract; Miora made the artwork. Our tip: write down what must never change before asking an AI to build anything."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12 · Impact and close — 6:45–7:05</a:t>
            </a:r>
          </a:p>
          <a:p/>
          <a:p>
            <a:r>
              <a:t>[Slide: pilot metrics (labelled as targets) · closing line.]</a:t>
            </a:r>
          </a:p>
          <a:p/>
          <a:p>
            <a:r>
              <a:t>"In a pilot we'd measure missed doses with a recorded reason, preparation time before visits, and how many appointments start with a prepared note. AURA Health: a calm companion between doctor visits, so both sides start the conversation on the same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12.)</a:t>
            </a:r>
          </a:p>
          <a:p/>
          <a:p>
            <a:r>
              <a:t>Scene 12 · Impact and close — 6:45–7:05</a:t>
            </a:r>
          </a:p>
          <a:p/>
          <a:p>
            <a:r>
              <a:t>[Slide: pilot metrics (labelled as targets) · closing line.]</a:t>
            </a:r>
          </a:p>
          <a:p/>
          <a:p>
            <a:r>
              <a:t>"In a pilot we'd measure missed doses with a recorded reason, preparation time before visits, and how many appointments start with a prepared note. AURA Health: a calm companion between doctor visits, so both sides start the conversation on the same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